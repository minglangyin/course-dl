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1"/>
    <p:restoredTop sz="94694"/>
  </p:normalViewPr>
  <p:slideViewPr>
    <p:cSldViewPr snapToGrid="0" snapToObjects="1">
      <p:cViewPr varScale="1">
        <p:scale>
          <a:sx n="104" d="100"/>
          <a:sy n="104" d="100"/>
        </p:scale>
        <p:origin x="232" y="5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A27EA8-A4CC-4742-BA1B-EF9491F8382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30D341A-0496-2744-878B-8E6AD56F9D6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2D60465-D388-1845-89A1-6DCD85F7A9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5DEE72-7661-134F-B21A-511227D4F0F5}" type="datetimeFigureOut">
              <a:rPr lang="en-US" smtClean="0"/>
              <a:t>12/12/19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C057DB3-153E-BC45-BD8B-27FAB22FA9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4FF049F-1835-3942-B166-84462AC6F6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2C9BDE-C39F-B646-A336-626D90D3727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4083046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A2A98B-0DCF-3049-A6C4-15F9D52F7E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FC00D31-A440-CC4B-87CD-851AB8C1CB0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7364C58-E964-B24A-B182-B0BFB804D3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5DEE72-7661-134F-B21A-511227D4F0F5}" type="datetimeFigureOut">
              <a:rPr lang="en-US" smtClean="0"/>
              <a:t>12/12/19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62DAE7F-5CCE-6248-BE74-0C74BEF38A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D1DAC84-1EAC-0546-9151-1BEC47D56A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2C9BDE-C39F-B646-A336-626D90D3727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919354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001965-6214-BB44-887B-D8BFD508D0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268BA17-39FD-DC44-9B33-E198A70E452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FF5C0C4-4BB1-E94E-BCAC-B00044C2D1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5DEE72-7661-134F-B21A-511227D4F0F5}" type="datetimeFigureOut">
              <a:rPr lang="en-US" smtClean="0"/>
              <a:t>12/12/19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D202B2C-0F2C-054F-A01A-F0FE7846A1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FFAFB7A-4CE1-F040-AF5A-629C2F8C81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2C9BDE-C39F-B646-A336-626D90D3727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7154921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9EC52F-1B2D-F448-86FF-0FE60F764F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3C9C55C-ADA7-BE4F-B324-44CA14A4318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DDD3AFB-5D2F-7641-B666-BEACB1C936C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B9C47C3-5DAC-2D44-B465-6325115E22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5DEE72-7661-134F-B21A-511227D4F0F5}" type="datetimeFigureOut">
              <a:rPr lang="en-US" smtClean="0"/>
              <a:t>12/12/19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428208B-28B5-3E4E-B7E6-A494D43F81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F418DC2-DC6F-F045-BB62-95BEC4965D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2C9BDE-C39F-B646-A336-626D90D3727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5885973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818A65-AB62-7746-B825-A3C2C66F3B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6716320-C8CC-AE41-AD50-A4AF4E7D97F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1AC314B-959D-CB4F-A962-B01BF25160A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9C1A16E-F77A-B541-B853-8803B467B7B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F1387F8-AE53-CD4C-A79F-EF388508DBA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292E53B-28D7-B343-8864-37F5F09BBD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5DEE72-7661-134F-B21A-511227D4F0F5}" type="datetimeFigureOut">
              <a:rPr lang="en-US" smtClean="0"/>
              <a:t>12/12/19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D199275-5702-B94D-A44F-C58151DD9B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9920C7A-38CF-0E4A-B0AB-3260947998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2C9BDE-C39F-B646-A336-626D90D3727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0776769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ED8FC8-BD97-9041-824E-914C181037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B2DAF3E-1B0D-AA42-AAA9-B05F94E1F4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5DEE72-7661-134F-B21A-511227D4F0F5}" type="datetimeFigureOut">
              <a:rPr lang="en-US" smtClean="0"/>
              <a:t>12/12/19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26E58EC-B382-D84E-AC56-31B0E4CA3D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9651F9C-856D-4A4E-BE89-BE23100AC0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2C9BDE-C39F-B646-A336-626D90D3727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5558772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1B5683F-7259-AF47-89CF-0F0EF66657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5DEE72-7661-134F-B21A-511227D4F0F5}" type="datetimeFigureOut">
              <a:rPr lang="en-US" smtClean="0"/>
              <a:t>12/12/19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261A3E4-F709-514D-B43F-DBF300B705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C4A5496-8174-2A48-BAA6-228A8A419B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2C9BDE-C39F-B646-A336-626D90D3727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4892936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83B720-DE02-1140-BCD6-480330211D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E8C6047-B131-A14A-8A53-4D8552EFB18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808B23A-E996-7D47-BB6D-D269A021E37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3B5B355-F84A-D242-A60F-CCEA3C6A53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5DEE72-7661-134F-B21A-511227D4F0F5}" type="datetimeFigureOut">
              <a:rPr lang="en-US" smtClean="0"/>
              <a:t>12/12/19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A6E5B5A-E639-DE40-BC27-27F41FCE5F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497508B-A57D-E942-A2F4-278A68F718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2C9BDE-C39F-B646-A336-626D90D3727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9743291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7247E9-1AC1-AB4B-9DFB-F2AE48752C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C2F62D9-173D-EA44-A6C7-D08A79A5468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F53834D-7EBD-6D4A-ACCB-0CD5B753758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6A1A7CA-B896-4642-92DE-8F3A774DA5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5DEE72-7661-134F-B21A-511227D4F0F5}" type="datetimeFigureOut">
              <a:rPr lang="en-US" smtClean="0"/>
              <a:t>12/12/19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3C2E6FA-CD41-F840-9CB4-8B9CF0948A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9B86E03-2B9C-D346-B5E8-1ACA57ADB9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2C9BDE-C39F-B646-A336-626D90D3727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6021148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D51A6F-FFD3-D64A-ADA8-60E13B6788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64F4BE4-1608-1F4B-9769-C9908D55C27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5DCC640-924C-7F46-A038-C646AE038B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5DEE72-7661-134F-B21A-511227D4F0F5}" type="datetimeFigureOut">
              <a:rPr lang="en-US" smtClean="0"/>
              <a:t>12/12/19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6F5C26F-45B5-8846-B2FC-27C04C36BC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EC9D959-F67D-FE44-B798-9291762A4F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2C9BDE-C39F-B646-A336-626D90D3727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1666966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F58F9E06-6D4B-3640-A7BE-A62CD035FF4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4A3F75D-C485-6145-8695-A0523932B7C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073BFD9-37F7-F644-BACE-4C3E1D31E3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5DEE72-7661-134F-B21A-511227D4F0F5}" type="datetimeFigureOut">
              <a:rPr lang="en-US" smtClean="0"/>
              <a:t>12/12/19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B47AF6E-AF30-4345-B78F-A9D06BC504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018D617-43D3-0E41-B341-9A4A98F87C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2C9BDE-C39F-B646-A336-626D90D3727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7084446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58FEBA4-6EF1-DD47-B474-2F1E0082AC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CC55E04-98C7-F04E-A3BD-E83611C4ADA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CAD2D49-A908-1D4B-A9E9-076AC811857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F5DEE72-7661-134F-B21A-511227D4F0F5}" type="datetimeFigureOut">
              <a:rPr lang="en-US" smtClean="0"/>
              <a:t>12/12/19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B190350-708E-854C-863D-33D311530D7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10F3A4E-14EA-7E44-902A-FE40C7A9172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72C9BDE-C39F-B646-A336-626D90D3727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2673786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A close up of a logo&#10;&#10;Description automatically generated">
            <a:extLst>
              <a:ext uri="{FF2B5EF4-FFF2-40B4-BE49-F238E27FC236}">
                <a16:creationId xmlns:a16="http://schemas.microsoft.com/office/drawing/2014/main" id="{7306BAA8-0FE1-514E-932A-531000E94272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13973" t="10398" r="13554" b="9475"/>
          <a:stretch/>
        </p:blipFill>
        <p:spPr>
          <a:xfrm>
            <a:off x="2158658" y="151227"/>
            <a:ext cx="3665838" cy="2740254"/>
          </a:xfrm>
          <a:prstGeom prst="rect">
            <a:avLst/>
          </a:prstGeom>
        </p:spPr>
      </p:pic>
      <p:pic>
        <p:nvPicPr>
          <p:cNvPr id="9" name="Picture 8" descr="A close up of a logo&#10;&#10;Description automatically generated">
            <a:extLst>
              <a:ext uri="{FF2B5EF4-FFF2-40B4-BE49-F238E27FC236}">
                <a16:creationId xmlns:a16="http://schemas.microsoft.com/office/drawing/2014/main" id="{167E0DA4-CCF3-5642-A269-07939F9493A8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13973" t="10029" r="13430" b="9659"/>
          <a:stretch/>
        </p:blipFill>
        <p:spPr>
          <a:xfrm>
            <a:off x="6096000" y="151227"/>
            <a:ext cx="3792765" cy="2740254"/>
          </a:xfrm>
          <a:prstGeom prst="rect">
            <a:avLst/>
          </a:prstGeom>
        </p:spPr>
      </p:pic>
      <p:pic>
        <p:nvPicPr>
          <p:cNvPr id="11" name="Picture 10" descr="A picture containing light&#10;&#10;Description automatically generated">
            <a:extLst>
              <a:ext uri="{FF2B5EF4-FFF2-40B4-BE49-F238E27FC236}">
                <a16:creationId xmlns:a16="http://schemas.microsoft.com/office/drawing/2014/main" id="{E629715A-227E-4141-A217-748D8EC1437B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13597" t="10088" r="14557" b="9046"/>
          <a:stretch/>
        </p:blipFill>
        <p:spPr>
          <a:xfrm>
            <a:off x="2142282" y="3351627"/>
            <a:ext cx="3665838" cy="2740254"/>
          </a:xfrm>
          <a:prstGeom prst="rect">
            <a:avLst/>
          </a:prstGeom>
        </p:spPr>
      </p:pic>
      <p:pic>
        <p:nvPicPr>
          <p:cNvPr id="13" name="Picture 12" descr="A screenshot of a cell phone&#10;&#10;Description automatically generated">
            <a:extLst>
              <a:ext uri="{FF2B5EF4-FFF2-40B4-BE49-F238E27FC236}">
                <a16:creationId xmlns:a16="http://schemas.microsoft.com/office/drawing/2014/main" id="{8068A981-A5C7-BB41-823A-E9B45F491EDE}"/>
              </a:ext>
            </a:extLst>
          </p:cNvPr>
          <p:cNvPicPr>
            <a:picLocks noChangeAspect="1"/>
          </p:cNvPicPr>
          <p:nvPr/>
        </p:nvPicPr>
        <p:blipFill rotWithShape="1">
          <a:blip r:embed="rId5"/>
          <a:srcRect l="13722" t="9474" r="13555" b="7635"/>
          <a:stretch/>
        </p:blipFill>
        <p:spPr>
          <a:xfrm>
            <a:off x="6056211" y="3289843"/>
            <a:ext cx="3792765" cy="2863822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72C22C35-852F-0A4E-98C1-8182992FD16E}"/>
              </a:ext>
            </a:extLst>
          </p:cNvPr>
          <p:cNvSpPr txBox="1"/>
          <p:nvPr/>
        </p:nvSpPr>
        <p:spPr>
          <a:xfrm>
            <a:off x="3486501" y="5968999"/>
            <a:ext cx="83836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t =15s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7BD39833-6579-C748-8961-56DAB66FB64D}"/>
              </a:ext>
            </a:extLst>
          </p:cNvPr>
          <p:cNvSpPr txBox="1"/>
          <p:nvPr/>
        </p:nvSpPr>
        <p:spPr>
          <a:xfrm>
            <a:off x="3486502" y="2855096"/>
            <a:ext cx="68961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t = 5s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53691937-7B34-6342-A765-1D1EF382CF1F}"/>
              </a:ext>
            </a:extLst>
          </p:cNvPr>
          <p:cNvSpPr txBox="1"/>
          <p:nvPr/>
        </p:nvSpPr>
        <p:spPr>
          <a:xfrm>
            <a:off x="7607787" y="2855096"/>
            <a:ext cx="83187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t = 10s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11EEE2B7-B58A-634C-94C1-2D5ECEA06922}"/>
              </a:ext>
            </a:extLst>
          </p:cNvPr>
          <p:cNvSpPr txBox="1"/>
          <p:nvPr/>
        </p:nvSpPr>
        <p:spPr>
          <a:xfrm>
            <a:off x="7607786" y="5968999"/>
            <a:ext cx="83836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t = 20s</a:t>
            </a:r>
          </a:p>
        </p:txBody>
      </p:sp>
    </p:spTree>
    <p:extLst>
      <p:ext uri="{BB962C8B-B14F-4D97-AF65-F5344CB8AC3E}">
        <p14:creationId xmlns:p14="http://schemas.microsoft.com/office/powerpoint/2010/main" val="255358839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F7651764-5E45-A741-8DEC-60AE65931895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16044" t="10028" r="15060" b="9291"/>
          <a:stretch/>
        </p:blipFill>
        <p:spPr>
          <a:xfrm>
            <a:off x="2348874" y="249499"/>
            <a:ext cx="3523953" cy="2802560"/>
          </a:xfrm>
          <a:prstGeom prst="rect">
            <a:avLst/>
          </a:prstGeom>
        </p:spPr>
      </p:pic>
      <p:pic>
        <p:nvPicPr>
          <p:cNvPr id="7" name="Picture 6" descr="A close up of a logo&#10;&#10;Description automatically generated">
            <a:extLst>
              <a:ext uri="{FF2B5EF4-FFF2-40B4-BE49-F238E27FC236}">
                <a16:creationId xmlns:a16="http://schemas.microsoft.com/office/drawing/2014/main" id="{E07B6F63-47AD-D64F-9900-69D1BCEC8440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16044" t="9659" r="14934" b="9659"/>
          <a:stretch/>
        </p:blipFill>
        <p:spPr>
          <a:xfrm>
            <a:off x="6241331" y="249499"/>
            <a:ext cx="3530366" cy="2802560"/>
          </a:xfrm>
          <a:prstGeom prst="rect">
            <a:avLst/>
          </a:prstGeom>
        </p:spPr>
      </p:pic>
      <p:pic>
        <p:nvPicPr>
          <p:cNvPr id="9" name="Picture 8" descr="A screenshot of a computer&#10;&#10;Description automatically generated">
            <a:extLst>
              <a:ext uri="{FF2B5EF4-FFF2-40B4-BE49-F238E27FC236}">
                <a16:creationId xmlns:a16="http://schemas.microsoft.com/office/drawing/2014/main" id="{EC470BEE-09F5-1A49-ACFC-3690A39CD623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16044" t="10524" r="16044" b="8796"/>
          <a:stretch/>
        </p:blipFill>
        <p:spPr>
          <a:xfrm>
            <a:off x="2326152" y="3337787"/>
            <a:ext cx="3523953" cy="2843164"/>
          </a:xfrm>
          <a:prstGeom prst="rect">
            <a:avLst/>
          </a:prstGeom>
        </p:spPr>
      </p:pic>
      <p:pic>
        <p:nvPicPr>
          <p:cNvPr id="11" name="Picture 10" descr="A screenshot of a cell phone&#10;&#10;Description automatically generated">
            <a:extLst>
              <a:ext uri="{FF2B5EF4-FFF2-40B4-BE49-F238E27FC236}">
                <a16:creationId xmlns:a16="http://schemas.microsoft.com/office/drawing/2014/main" id="{7E1004AF-A9A6-3F45-BECF-04F9E15A20ED}"/>
              </a:ext>
            </a:extLst>
          </p:cNvPr>
          <p:cNvPicPr>
            <a:picLocks noChangeAspect="1"/>
          </p:cNvPicPr>
          <p:nvPr/>
        </p:nvPicPr>
        <p:blipFill rotWithShape="1">
          <a:blip r:embed="rId5"/>
          <a:srcRect l="16044" t="8795" r="16044" b="8677"/>
          <a:stretch/>
        </p:blipFill>
        <p:spPr>
          <a:xfrm>
            <a:off x="6241330" y="3323911"/>
            <a:ext cx="3523953" cy="2908223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A9D2368E-86EE-794A-A135-350B7B10D020}"/>
              </a:ext>
            </a:extLst>
          </p:cNvPr>
          <p:cNvSpPr txBox="1"/>
          <p:nvPr/>
        </p:nvSpPr>
        <p:spPr>
          <a:xfrm>
            <a:off x="3548284" y="6026021"/>
            <a:ext cx="83836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t =15s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24F17E23-E060-7349-A848-E1F25134598D}"/>
              </a:ext>
            </a:extLst>
          </p:cNvPr>
          <p:cNvSpPr txBox="1"/>
          <p:nvPr/>
        </p:nvSpPr>
        <p:spPr>
          <a:xfrm>
            <a:off x="3548285" y="2912118"/>
            <a:ext cx="68961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t = 5s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32CF84D7-24DD-8146-A075-D9E8478C6984}"/>
              </a:ext>
            </a:extLst>
          </p:cNvPr>
          <p:cNvSpPr txBox="1"/>
          <p:nvPr/>
        </p:nvSpPr>
        <p:spPr>
          <a:xfrm>
            <a:off x="7496574" y="2919027"/>
            <a:ext cx="83187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t = 10s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8BA4D9FA-58FD-3943-A9EB-95E6D26517EA}"/>
              </a:ext>
            </a:extLst>
          </p:cNvPr>
          <p:cNvSpPr txBox="1"/>
          <p:nvPr/>
        </p:nvSpPr>
        <p:spPr>
          <a:xfrm>
            <a:off x="7496574" y="5998678"/>
            <a:ext cx="83836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t = 20s</a:t>
            </a:r>
          </a:p>
        </p:txBody>
      </p:sp>
    </p:spTree>
    <p:extLst>
      <p:ext uri="{BB962C8B-B14F-4D97-AF65-F5344CB8AC3E}">
        <p14:creationId xmlns:p14="http://schemas.microsoft.com/office/powerpoint/2010/main" val="55588451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close up of a logo&#10;&#10;Description automatically generated">
            <a:extLst>
              <a:ext uri="{FF2B5EF4-FFF2-40B4-BE49-F238E27FC236}">
                <a16:creationId xmlns:a16="http://schemas.microsoft.com/office/drawing/2014/main" id="{8CF0A7E2-40BB-7A40-9D2A-98278CFFF628}"/>
              </a:ext>
            </a:extLst>
          </p:cNvPr>
          <p:cNvPicPr>
            <a:picLocks/>
          </p:cNvPicPr>
          <p:nvPr/>
        </p:nvPicPr>
        <p:blipFill rotWithShape="1">
          <a:blip r:embed="rId2"/>
          <a:srcRect l="10993" t="9097" r="13509" b="11776"/>
          <a:stretch/>
        </p:blipFill>
        <p:spPr>
          <a:xfrm>
            <a:off x="6096000" y="3417011"/>
            <a:ext cx="3520440" cy="2807208"/>
          </a:xfrm>
          <a:prstGeom prst="rect">
            <a:avLst/>
          </a:prstGeom>
        </p:spPr>
      </p:pic>
      <p:pic>
        <p:nvPicPr>
          <p:cNvPr id="11" name="Picture 10" descr="A screenshot of a cell phone&#10;&#10;Description automatically generated">
            <a:extLst>
              <a:ext uri="{FF2B5EF4-FFF2-40B4-BE49-F238E27FC236}">
                <a16:creationId xmlns:a16="http://schemas.microsoft.com/office/drawing/2014/main" id="{42A814DA-2454-6C4F-A6ED-C093656B5948}"/>
              </a:ext>
            </a:extLst>
          </p:cNvPr>
          <p:cNvPicPr>
            <a:picLocks/>
          </p:cNvPicPr>
          <p:nvPr/>
        </p:nvPicPr>
        <p:blipFill rotWithShape="1">
          <a:blip r:embed="rId3"/>
          <a:srcRect l="13511" t="9163" r="10991" b="11711"/>
          <a:stretch/>
        </p:blipFill>
        <p:spPr>
          <a:xfrm>
            <a:off x="2382229" y="275401"/>
            <a:ext cx="3520440" cy="2807208"/>
          </a:xfrm>
          <a:prstGeom prst="rect">
            <a:avLst/>
          </a:prstGeom>
        </p:spPr>
      </p:pic>
      <p:pic>
        <p:nvPicPr>
          <p:cNvPr id="7" name="Picture 6" descr="A screenshot of a computer&#10;&#10;Description automatically generated">
            <a:extLst>
              <a:ext uri="{FF2B5EF4-FFF2-40B4-BE49-F238E27FC236}">
                <a16:creationId xmlns:a16="http://schemas.microsoft.com/office/drawing/2014/main" id="{5765DBB1-49C2-A24B-BE6B-9D7FC0C79D84}"/>
              </a:ext>
            </a:extLst>
          </p:cNvPr>
          <p:cNvPicPr>
            <a:picLocks/>
          </p:cNvPicPr>
          <p:nvPr/>
        </p:nvPicPr>
        <p:blipFill rotWithShape="1">
          <a:blip r:embed="rId4"/>
          <a:srcRect l="10993" t="9531" r="13509" b="12167"/>
          <a:stretch/>
        </p:blipFill>
        <p:spPr>
          <a:xfrm>
            <a:off x="2270785" y="3429000"/>
            <a:ext cx="3520440" cy="2807208"/>
          </a:xfrm>
          <a:prstGeom prst="rect">
            <a:avLst/>
          </a:prstGeom>
        </p:spPr>
      </p:pic>
      <p:pic>
        <p:nvPicPr>
          <p:cNvPr id="9" name="Picture 8" descr="A picture containing screenshot&#10;&#10;Description automatically generated">
            <a:extLst>
              <a:ext uri="{FF2B5EF4-FFF2-40B4-BE49-F238E27FC236}">
                <a16:creationId xmlns:a16="http://schemas.microsoft.com/office/drawing/2014/main" id="{120E3B37-6E8F-4D4C-9ADD-B1E86C6EFDAD}"/>
              </a:ext>
            </a:extLst>
          </p:cNvPr>
          <p:cNvPicPr>
            <a:picLocks/>
          </p:cNvPicPr>
          <p:nvPr/>
        </p:nvPicPr>
        <p:blipFill rotWithShape="1">
          <a:blip r:embed="rId5"/>
          <a:srcRect l="13511" t="9445" r="10991" b="12254"/>
          <a:stretch/>
        </p:blipFill>
        <p:spPr>
          <a:xfrm>
            <a:off x="6186875" y="275401"/>
            <a:ext cx="3520440" cy="2807208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47D7CFAF-EA18-C047-9A81-9CE18C27A68F}"/>
              </a:ext>
            </a:extLst>
          </p:cNvPr>
          <p:cNvSpPr txBox="1"/>
          <p:nvPr/>
        </p:nvSpPr>
        <p:spPr>
          <a:xfrm>
            <a:off x="3723268" y="6196512"/>
            <a:ext cx="83836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t =15s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2B1555CC-37A2-7044-8DF2-9518B6C34030}"/>
              </a:ext>
            </a:extLst>
          </p:cNvPr>
          <p:cNvSpPr txBox="1"/>
          <p:nvPr/>
        </p:nvSpPr>
        <p:spPr>
          <a:xfrm>
            <a:off x="3723269" y="3082609"/>
            <a:ext cx="68961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t = 5s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196B1F38-4B5C-8F42-96A2-CA465E1CC3C4}"/>
              </a:ext>
            </a:extLst>
          </p:cNvPr>
          <p:cNvSpPr txBox="1"/>
          <p:nvPr/>
        </p:nvSpPr>
        <p:spPr>
          <a:xfrm>
            <a:off x="7434079" y="3096123"/>
            <a:ext cx="83187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t = 10s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AC892D52-A51E-3E40-AD55-302E7A246894}"/>
              </a:ext>
            </a:extLst>
          </p:cNvPr>
          <p:cNvSpPr txBox="1"/>
          <p:nvPr/>
        </p:nvSpPr>
        <p:spPr>
          <a:xfrm>
            <a:off x="7434079" y="6175774"/>
            <a:ext cx="83836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t = 20s</a:t>
            </a:r>
          </a:p>
        </p:txBody>
      </p:sp>
    </p:spTree>
    <p:extLst>
      <p:ext uri="{BB962C8B-B14F-4D97-AF65-F5344CB8AC3E}">
        <p14:creationId xmlns:p14="http://schemas.microsoft.com/office/powerpoint/2010/main" val="74627386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</TotalTime>
  <Words>36</Words>
  <Application>Microsoft Macintosh PowerPoint</Application>
  <PresentationFormat>Widescreen</PresentationFormat>
  <Paragraphs>12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7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Minglang Yin</dc:creator>
  <cp:lastModifiedBy>Minglang Yin</cp:lastModifiedBy>
  <cp:revision>1</cp:revision>
  <dcterms:created xsi:type="dcterms:W3CDTF">2019-12-13T01:40:30Z</dcterms:created>
  <dcterms:modified xsi:type="dcterms:W3CDTF">2019-12-13T01:44:58Z</dcterms:modified>
</cp:coreProperties>
</file>