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DCE1A-4287-5C40-A2C1-7A8CE05083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7A1B32-CDD0-884D-873D-270CE619A3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522D0-20B2-B54D-AB42-730AD22F5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C8A6A-3653-C54E-9A62-4E58DA60D8B9}" type="datetimeFigureOut">
              <a:rPr lang="en-US" smtClean="0"/>
              <a:t>11/20/19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9585A-F3FB-0443-8526-2617D451A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807E8-D9D0-4342-A51D-B2A2021F9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68900-11A9-054A-BE11-1BDC8C705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385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77E96-6644-A948-AE2B-E854B072C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28326-006C-4E4E-A69C-452F226B9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BE1C3-1F3F-4D46-90B4-BCDAFF37B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C8A6A-3653-C54E-9A62-4E58DA60D8B9}" type="datetimeFigureOut">
              <a:rPr lang="en-US" smtClean="0"/>
              <a:t>11/20/19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BA009-397B-E14B-AE4D-F512EC878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658C7-1883-FF48-BE65-C50AB8C04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68900-11A9-054A-BE11-1BDC8C705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400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75350-06CC-524C-A92D-E4D56864F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7B091-85EA-6E45-88D3-A53994123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D4303-7FF2-E747-87F4-10A3FE0EA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C8A6A-3653-C54E-9A62-4E58DA60D8B9}" type="datetimeFigureOut">
              <a:rPr lang="en-US" smtClean="0"/>
              <a:t>11/20/19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63F45-3C67-194D-817F-1C84449B8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87E8D-94A2-E14C-8CA8-154C26F89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68900-11A9-054A-BE11-1BDC8C705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037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237E5-FBFA-D04B-A573-C73C0AAA5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06FBA-45FB-594C-9591-E6F855382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70345-1D69-5A42-9D3B-6EE280B165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2A59BE-D0C4-3344-92D7-77915A7E1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C8A6A-3653-C54E-9A62-4E58DA60D8B9}" type="datetimeFigureOut">
              <a:rPr lang="en-US" smtClean="0"/>
              <a:t>11/20/19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10D8DE-E127-6744-92CF-F98069BBD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FC57B-EB11-564E-919F-E26B02F45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68900-11A9-054A-BE11-1BDC8C705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314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FC991-6825-B54B-B27C-69083F0D9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23C8EB-D5A3-F148-9D7C-A0A48366B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CC292C-1295-D244-AE44-5C2542C549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3BFABA-E9E1-E942-9196-3406334DC2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6E0D59-150C-C14E-A9A2-DDBCAE0CFA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360AD9-AD34-FF4A-8823-3C394AF33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C8A6A-3653-C54E-9A62-4E58DA60D8B9}" type="datetimeFigureOut">
              <a:rPr lang="en-US" smtClean="0"/>
              <a:t>11/20/19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5B6D51-F429-3E4E-B05F-6D7108E2F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F4BCE-7726-1741-AB32-8B748E4F8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68900-11A9-054A-BE11-1BDC8C705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065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2B021-3A0F-8B41-9533-D2E344EF2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2A940A-7EE9-D34C-ADA0-9E2218979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C8A6A-3653-C54E-9A62-4E58DA60D8B9}" type="datetimeFigureOut">
              <a:rPr lang="en-US" smtClean="0"/>
              <a:t>11/20/19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D5C09-8DDB-7C40-869D-75934D16D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4DC10F-1E2F-9440-B8ED-E8A427BFB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68900-11A9-054A-BE11-1BDC8C705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038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40E1D2-8325-1D49-A3DA-5F39FFCFC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C8A6A-3653-C54E-9A62-4E58DA60D8B9}" type="datetimeFigureOut">
              <a:rPr lang="en-US" smtClean="0"/>
              <a:t>11/20/19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631B2E-76FC-CC40-A954-1166B1687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C8F3B-FA1B-3E4D-88FD-86EF7773D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68900-11A9-054A-BE11-1BDC8C705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890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448A0-A178-5543-B204-A40F6E64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5127A-47CF-B84E-9767-CC2B8E1A0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AE5C74-8572-5043-B9EF-0E02399FCF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39002A-8A32-604A-806C-E0D4AB7F5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C8A6A-3653-C54E-9A62-4E58DA60D8B9}" type="datetimeFigureOut">
              <a:rPr lang="en-US" smtClean="0"/>
              <a:t>11/20/19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61D376-4DAA-CC4A-A2A6-BA3375C7F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97A56-6443-D848-92B5-DC550BE95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68900-11A9-054A-BE11-1BDC8C705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016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EDBDC-82D9-9B41-A346-473E38261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1105E8-0ACC-AE40-9495-1F77B721A2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97CF66-4366-974D-9EC1-2072546B37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F791E3-B4D7-7F4C-8717-538071F7D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C8A6A-3653-C54E-9A62-4E58DA60D8B9}" type="datetimeFigureOut">
              <a:rPr lang="en-US" smtClean="0"/>
              <a:t>11/20/19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656BE0-4612-1048-891C-94D709E92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7458A-A61A-D146-9881-8508FACD2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68900-11A9-054A-BE11-1BDC8C705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200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94D29-2084-7A4B-A911-6851E1458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706E97-6B56-594D-A1A9-0363EFA4E5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D2E1C-1787-3441-9E0E-50C3CAE47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C8A6A-3653-C54E-9A62-4E58DA60D8B9}" type="datetimeFigureOut">
              <a:rPr lang="en-US" smtClean="0"/>
              <a:t>11/20/19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92C53-EAE3-A14C-9562-CF0D4E3DE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D1B97-F372-E846-B24F-349200F60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68900-11A9-054A-BE11-1BDC8C705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17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F35C2C-2EF5-954F-8FAE-6CE33D77F9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D110A3-D534-574A-A95D-A357AC1809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F6EE9-AA7F-3949-A12A-6BAB830CF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C8A6A-3653-C54E-9A62-4E58DA60D8B9}" type="datetimeFigureOut">
              <a:rPr lang="en-US" smtClean="0"/>
              <a:t>11/20/19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BA26E-CE3B-F148-91C5-F12EE528C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B97CC-4181-8445-A14C-F024A9413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68900-11A9-054A-BE11-1BDC8C705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724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61990F-8432-A84D-AF4D-5CE1708D7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BAE37C-8009-7145-996D-0D362481F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7BD80-D51A-4B4E-84A5-16DBDAAC74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BC8A6A-3653-C54E-9A62-4E58DA60D8B9}" type="datetimeFigureOut">
              <a:rPr lang="en-US" smtClean="0"/>
              <a:t>11/20/19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8F721-69AD-9543-93B1-D5F7803C07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233FE-1A97-3241-B0CD-87958F3845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168900-11A9-054A-BE11-1BDC8C705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599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7BB2207-E319-4C68-89F5-BABE56735956}"/>
              </a:ext>
            </a:extLst>
          </p:cNvPr>
          <p:cNvSpPr/>
          <p:nvPr/>
        </p:nvSpPr>
        <p:spPr>
          <a:xfrm>
            <a:off x="0" y="0"/>
            <a:ext cx="12192000" cy="5762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err="1"/>
              <a:t>Minglang</a:t>
            </a:r>
            <a:r>
              <a:rPr lang="en-US" sz="2800" dirty="0"/>
              <a:t> Yin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F79F3-BF7A-4D6A-A543-6E2EEA6A0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0204"/>
            <a:ext cx="10515600" cy="1436956"/>
          </a:xfrm>
        </p:spPr>
        <p:txBody>
          <a:bodyPr/>
          <a:lstStyle/>
          <a:p>
            <a:r>
              <a:rPr lang="en-US" dirty="0">
                <a:latin typeface="+mj-lt"/>
              </a:rPr>
              <a:t>2D Allen-Cahn Equation</a:t>
            </a: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C5B1D-BAE5-444D-BE0A-8DFE8943F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A2BDE-45B9-4338-A5B4-A4B361F8291C}" type="datetime1">
              <a:rPr lang="en-US" smtClean="0"/>
              <a:t>11/20/19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F0B8B-F5A7-4D36-B511-66D198157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2019 APS DFD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303F-834B-4DF5-9449-DE2539D3C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FDE9E-9997-42E5-95F8-776DC6BFAD10}" type="slidenum">
              <a:rPr lang="en-US" smtClean="0"/>
              <a:t>1</a:t>
            </a:fld>
            <a:endParaRPr lang="en-US"/>
          </a:p>
        </p:txBody>
      </p:sp>
      <p:pic>
        <p:nvPicPr>
          <p:cNvPr id="9" name="Picture 8" descr="A picture containing light, star&#10;&#10;Description automatically generated">
            <a:extLst>
              <a:ext uri="{FF2B5EF4-FFF2-40B4-BE49-F238E27FC236}">
                <a16:creationId xmlns:a16="http://schemas.microsoft.com/office/drawing/2014/main" id="{4CB6DBF8-88F0-8544-B491-D7E6BC0C69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143" y="2475465"/>
            <a:ext cx="3462037" cy="2914312"/>
          </a:xfrm>
          <a:prstGeom prst="rect">
            <a:avLst/>
          </a:prstGeom>
        </p:spPr>
      </p:pic>
      <p:pic>
        <p:nvPicPr>
          <p:cNvPr id="10" name="Online Media 9" descr="pinns_ac">
            <a:hlinkClick r:id="" action="ppaction://media"/>
            <a:extLst>
              <a:ext uri="{FF2B5EF4-FFF2-40B4-BE49-F238E27FC236}">
                <a16:creationId xmlns:a16="http://schemas.microsoft.com/office/drawing/2014/main" id="{931D428E-CDA3-7146-90FF-66FC25225BC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443444" y="2475466"/>
            <a:ext cx="5180997" cy="29143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537A6D1-2FD9-8F46-9746-E92B699DD27D}"/>
              </a:ext>
            </a:extLst>
          </p:cNvPr>
          <p:cNvSpPr txBox="1"/>
          <p:nvPr/>
        </p:nvSpPr>
        <p:spPr>
          <a:xfrm>
            <a:off x="2225614" y="5538082"/>
            <a:ext cx="1651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Initial condition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12ECD0D-06F1-ED42-AAAB-4D64BE5F71BA}"/>
                  </a:ext>
                </a:extLst>
              </p:cNvPr>
              <p:cNvSpPr txBox="1"/>
              <p:nvPr/>
            </p:nvSpPr>
            <p:spPr>
              <a:xfrm>
                <a:off x="1044200" y="1576680"/>
                <a:ext cx="6351226" cy="526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𝑃𝑒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12ECD0D-06F1-ED42-AAAB-4D64BE5F7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200" y="1576680"/>
                <a:ext cx="6351226" cy="526683"/>
              </a:xfrm>
              <a:prstGeom prst="rect">
                <a:avLst/>
              </a:prstGeom>
              <a:blipFill>
                <a:blip r:embed="rId6"/>
                <a:stretch>
                  <a:fillRect l="-399" t="-2326" r="-399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3419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6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31</Words>
  <Application>Microsoft Macintosh PowerPoint</Application>
  <PresentationFormat>Widescreen</PresentationFormat>
  <Paragraphs>7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Minglang Yin</dc:creator>
  <cp:lastModifiedBy>Minglang Yin</cp:lastModifiedBy>
  <cp:revision>1</cp:revision>
  <dcterms:created xsi:type="dcterms:W3CDTF">2019-11-20T18:58:40Z</dcterms:created>
  <dcterms:modified xsi:type="dcterms:W3CDTF">2019-11-20T19:09:02Z</dcterms:modified>
</cp:coreProperties>
</file>